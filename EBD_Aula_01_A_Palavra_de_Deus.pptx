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993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PALAVRA DE DEUS: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9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FUNDAMENTO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Bíblica Dinâmica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Igreja Batista Pedras Vivas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886200" y="4206240"/>
            <a:ext cx="1371600" cy="457200"/>
          </a:xfrm>
          <a:prstGeom prst="rect">
            <a:avLst/>
          </a:prstGeom>
          <a:solidFill>
            <a:srgbClr val="E8993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86200" y="4206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VERSÍCULO TEMA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371600"/>
            <a:ext cx="137160" cy="2286000"/>
          </a:xfrm>
          <a:prstGeom prst="rect">
            <a:avLst/>
          </a:prstGeom>
          <a:solidFill>
            <a:srgbClr val="E8993F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8288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400" i="1" dirty="0">
                <a:solidFill>
                  <a:srgbClr val="5D4E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"Lâmpada para os meus pés é a tua palavra</a:t>
            </a:r>
            <a:endParaRPr lang="en-US" sz="2400" dirty="0"/>
          </a:p>
          <a:p>
            <a:pPr algn="ctr" indent="0" marL="0">
              <a:lnSpc>
                <a:spcPts val="3600"/>
              </a:lnSpc>
              <a:buNone/>
            </a:pPr>
            <a:r>
              <a:rPr lang="en-US" sz="2400" i="1" dirty="0">
                <a:solidFill>
                  <a:srgbClr val="5D4E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luz para o meu caminho."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Salmos 119:105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DA AULA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1280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como Deus se revela à humanidade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828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Conhecer a diferença entre Revelação Geral e Especial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377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o que significa inspiração das Escrituras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26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2926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Descobrir como a Bíblia foi preservada através dos séculos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347472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74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474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por que podemos confiar plenamente na Palavra de Deus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DEUS SE REVELA?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Deus, em Seu amor infinito, escolheu se fazer conhecido pela humanidade. Ele não ficou em silêncio!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8862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828800"/>
            <a:ext cx="388620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REVELAÇÃO GERAL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3520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Deus se mostra através da criação. Quando olhamos para a natureza - o nascer do sol, as estrelas, as montanhas - podemos ver 'pegadas' de Deus.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00600" y="1828800"/>
            <a:ext cx="38862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828800"/>
            <a:ext cx="3886200" cy="457200"/>
          </a:xfrm>
          <a:prstGeom prst="rect">
            <a:avLst/>
          </a:prstGeom>
          <a:solidFill>
            <a:srgbClr val="E8993F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REVELAÇÃO ESPECIAL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83480" y="2468880"/>
            <a:ext cx="3520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Deus nos deu uma forma </a:t>
            </a:r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clara e específica</a:t>
            </a:r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Se revelar através: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Profetas do AT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Jesus Cristo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Bíblia Sagrada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INSPIRAÇÃO DA BÍBLIA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Bíblia foi escrita? Foram apenas homens escrevendo suas próprias ideias?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71600" y="1645920"/>
            <a:ext cx="6400800" cy="731520"/>
          </a:xfrm>
          <a:prstGeom prst="rect">
            <a:avLst/>
          </a:prstGeom>
          <a:solidFill>
            <a:srgbClr val="E8993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0" y="16459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BÍBLIA FOI INSPIRADA POR DEUS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14400" y="2651760"/>
            <a:ext cx="7315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651760"/>
            <a:ext cx="91440" cy="10972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83464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5D4E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"Toda a Escritura é inspirada por Deus e útil para o ensino,</a:t>
            </a:r>
            <a:endParaRPr lang="en-US" sz="1600" dirty="0"/>
          </a:p>
          <a:p>
            <a:pPr algn="l" indent="0" marL="0">
              <a:buNone/>
            </a:pPr>
            <a:r>
              <a:rPr lang="en-US" sz="1600" i="1" dirty="0">
                <a:solidFill>
                  <a:srgbClr val="5D4E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a repreensão, para a correção e para a instrução na justiça."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A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Timóteo 3:16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Deus soprou Suas palavras através de ~40 autores, em 1.500 anos, mas todos foram guiados pelo Espírito Santo para escrever exatamente o que Deus queria comunicar.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CANONIZAÇÃO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Cânon</a:t>
            </a:r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o conjunto de livros reconhecidos como inspirados por Deus e que fazem parte da Bíblia.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Apostolicidade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 por apóstolo ou ligado aos apóstolos?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27432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Universalidade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Aceito pelas igrejas como autoritativo?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00600" y="182880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49240" y="18288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49240" y="2057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acordo com outros ensinos bíblicos?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00600" y="274320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349240" y="27432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Inspiração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4924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Evidências de inspiração divina?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828800" y="3931920"/>
            <a:ext cx="5486400" cy="914400"/>
          </a:xfrm>
          <a:prstGeom prst="rect">
            <a:avLst/>
          </a:prstGeom>
          <a:solidFill>
            <a:srgbClr val="2C5F7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286000" y="41148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Antigo Testamento: </a:t>
            </a:r>
            <a:pPr algn="l" indent="0" marL="0">
              <a:buNone/>
            </a:pPr>
            <a:r>
              <a:rPr lang="en-US" sz="1800" b="1" dirty="0">
                <a:solidFill>
                  <a:srgbClr val="E89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livros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Novo Testamento: </a:t>
            </a:r>
            <a:pPr algn="l" indent="0" marL="0">
              <a:buNone/>
            </a:pPr>
            <a:r>
              <a:rPr lang="en-US" sz="1800" b="1" dirty="0">
                <a:solidFill>
                  <a:srgbClr val="E89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livros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Total: </a:t>
            </a:r>
            <a:pPr algn="l" indent="0" marL="0">
              <a:buNone/>
            </a:pPr>
            <a:r>
              <a:rPr lang="en-US" sz="1800" b="1" dirty="0">
                <a:solidFill>
                  <a:srgbClr val="E89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livros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PRESERVAÇÃO DA BÍBLIA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Podemos confiar que o texto que temos hoje é o mesmo que foi escrito originalmente?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8800" y="1645920"/>
            <a:ext cx="5486400" cy="640080"/>
          </a:xfrm>
          <a:prstGeom prst="rect">
            <a:avLst/>
          </a:prstGeom>
          <a:solidFill>
            <a:srgbClr val="E8993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0" y="16459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SIM! DEUS PRESERVOU SUA PALAVRA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743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5.800+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manuscritos do NT em grego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34640" y="256032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34640" y="2743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2.000+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926080" y="3383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 de fidelidade confirmada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256032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2743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1947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120640" y="3383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Manuscritos do Mar Morto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23760" y="256032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23760" y="2743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315200" y="3383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dos escribas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D4E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palavra de nosso Deus subsiste eternamente."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Isaías 40:8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ILUMINAÇÃO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097280"/>
            <a:ext cx="91440" cy="1371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28016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 a Bíblia em mãos não é suficiente. Precisamos que o Espírito Santo ilumine nossa mente e coração para compreendermos as verdades espirituais.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7680960" cy="914400"/>
          </a:xfrm>
          <a:prstGeom prst="rect">
            <a:avLst/>
          </a:prstGeom>
          <a:solidFill>
            <a:srgbClr val="2C5F7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92608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"O homem natural não aceita as coisas do Espírito de Deus,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porque elas se discernem espiritualmente."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9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Coríntios 2:14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4206240"/>
            <a:ext cx="6400800" cy="640080"/>
          </a:xfrm>
          <a:prstGeom prst="rect">
            <a:avLst/>
          </a:prstGeom>
          <a:solidFill>
            <a:srgbClr val="E8993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71600" y="42062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APLICAÇÃO: 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ore antes de ler a Bíblia!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INERRÂNCIA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005840"/>
            <a:ext cx="7315200" cy="73152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00584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Inerrância = A Bíblia é completamente verdadeira em tudo o que afirma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NÃO significa que: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377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traduções sejam perfeitas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2834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Devemos interpretar tudo literalmente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3291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Bíblia é um livro científico moderno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2011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significa que: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20640" y="2377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sobre Deus é verdadeiro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20640" y="2834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sobre salvação é verdadeiro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3291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20640" y="3291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sobre como viver é verdadeiro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D4E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Escritura não pode ser anulada."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4480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10:35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É IMPORTANTE?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005840"/>
            <a:ext cx="6400800" cy="548640"/>
          </a:xfrm>
          <a:prstGeom prst="rect">
            <a:avLst/>
          </a:prstGeom>
          <a:solidFill>
            <a:srgbClr val="E8993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71600" y="10058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Bíblia é a voz de Deus falando conosco HOJE!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5603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👁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1965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2240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Deus 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828800"/>
            <a:ext cx="25603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82880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206240" y="1965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DESCOBRIR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06240" y="2240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plano de salvação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1828800"/>
            <a:ext cx="25603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82880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📖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040880" y="1965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40880" y="2240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viver para Deus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2834640"/>
            <a:ext cx="25603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283464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✨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371600" y="2971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71600" y="3246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Espírito Santo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74720" y="2834640"/>
            <a:ext cx="25603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74720" y="283464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🧭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4206240" y="2971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DIREÇÃO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206240" y="3246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decisões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09360" y="2834640"/>
            <a:ext cx="25603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09360" y="283464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7040880" y="2971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CONSOLO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040880" y="3246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tempos difíceis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3840480"/>
            <a:ext cx="25603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0080" y="384048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🌱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1371600" y="3977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371600" y="4251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espiritualmente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5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993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PRÁTICA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228600" cy="228600"/>
          </a:xfrm>
          <a:prstGeom prst="ellipse">
            <a:avLst/>
          </a:prstGeom>
          <a:solidFill>
            <a:srgbClr val="E8993F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3258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você tem tratado a Bíblia em sua vida?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1920240"/>
            <a:ext cx="228600" cy="228600"/>
          </a:xfrm>
          <a:prstGeom prst="ellipse">
            <a:avLst/>
          </a:prstGeom>
          <a:solidFill>
            <a:srgbClr val="E8993F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8745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a lê regularmente?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468880"/>
            <a:ext cx="228600" cy="228600"/>
          </a:xfrm>
          <a:prstGeom prst="ellipse">
            <a:avLst/>
          </a:prstGeom>
          <a:solidFill>
            <a:srgbClr val="E8993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4231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mudanças práticas você pode fazer esta semana?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3017520"/>
            <a:ext cx="228600" cy="228600"/>
          </a:xfrm>
          <a:prstGeom prst="ellipse">
            <a:avLst/>
          </a:prstGeom>
          <a:solidFill>
            <a:srgbClr val="E8993F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9718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Existem áreas onde você precisa obedecer à Palavra com mais fidelidade?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3657600"/>
            <a:ext cx="7315200" cy="1097280"/>
          </a:xfrm>
          <a:prstGeom prst="rect">
            <a:avLst/>
          </a:prstGeom>
          <a:solidFill>
            <a:srgbClr val="E8993F"/>
          </a:solidFill>
          <a:ln/>
          <a:effectLst>
            <a:outerShdw sx="100000" sy="100000" kx="0" ky="0" algn="bl" rotWithShape="0" blurRad="1016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97280" y="379476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DESTA SEMANA: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411480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Comprometa-se a ler a Bíblia diariamente, não como obrigação, mas como um encontro com Deus!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5F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993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"Lâmpada para os meus pés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 a tua palavra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luz para o meu caminho."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9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Salmos 119:105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3474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a Palavra de Deus seja sempre seu fundamento, sua luz e sua alegria!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Bíblica Dinâmica 2026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Igreja Batista Pedras Vivas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1 - A Palavra de Deus</dc:title>
  <dc:subject>Escola Bíblica Dinâmica 2026</dc:subject>
  <dc:creator>Igreja Batista Pedras Vivas</dc:creator>
  <cp:lastModifiedBy>Igreja Batista Pedras Vivas</cp:lastModifiedBy>
  <cp:revision>1</cp:revision>
  <dcterms:created xsi:type="dcterms:W3CDTF">2026-02-04T11:48:53Z</dcterms:created>
  <dcterms:modified xsi:type="dcterms:W3CDTF">2026-02-04T11:48:53Z</dcterms:modified>
</cp:coreProperties>
</file>