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r Figueiró" userId="04b23072bf48a6c1" providerId="LiveId" clId="{5A2A5AB3-2C24-4BCE-8AA4-99D623836F3F}"/>
    <pc:docChg chg="modSld sldOrd">
      <pc:chgData name="Eder Figueiró" userId="04b23072bf48a6c1" providerId="LiveId" clId="{5A2A5AB3-2C24-4BCE-8AA4-99D623836F3F}" dt="2026-02-28T19:49:53.367" v="1"/>
      <pc:docMkLst>
        <pc:docMk/>
      </pc:docMkLst>
      <pc:sldChg chg="ord">
        <pc:chgData name="Eder Figueiró" userId="04b23072bf48a6c1" providerId="LiveId" clId="{5A2A5AB3-2C24-4BCE-8AA4-99D623836F3F}" dt="2026-02-28T19:49:53.367" v="1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93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7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D1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BÍBLICA DINÂMICA ·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Igreja Batista Pedras Vivas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D1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Nossa História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0A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Denominação Batista e a Igreja Batista Pedras Vivas</a:t>
            </a:r>
            <a:endParaRPr lang="en-US" sz="1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B60DFB-3A43-4635-9E43-6AE94969D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506" y="3383280"/>
            <a:ext cx="1636987" cy="20462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0"/>
            <a:ext cx="8778240" cy="109728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1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DA AULA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estudar nossa história?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a história do movimento batista e as origens da Igreja Batista Pedras Vivas, compreendendo como essa herança molda nossa identidade e compromissos hoje.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3566160" cy="128016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B84A"/>
                </a:solidFill>
              </a:rPr>
              <a:t>PARTE 1
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História dos Batistas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3383280"/>
            <a:ext cx="4023360" cy="12801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34290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768"/>
                </a:solidFill>
              </a:rPr>
              <a:t>PARTE 2
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rgbClr val="2C3768"/>
                </a:solidFill>
              </a:rPr>
              <a:t>História da IBPV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0912"/>
            <a:ext cx="9144000" cy="1371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9260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253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D1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História dos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Batistas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0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raízes da Reforma ao Brasil</a:t>
            </a:r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5DD049-39FC-7EBD-6E99-5B31F4237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896" y="4023359"/>
            <a:ext cx="988181" cy="12352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Raízes na Reforma Protestante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64592" cy="393192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321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movimento batista tem raízes na Reforma Protestante do século XVI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1517, Martinho Lutero pregou as 95 Teses — início da redescoberta das Escrituras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batistas surgem no século XVII, ligados ao ambiente puritano e separatista inglês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fruto da Reforma Protestante — não um movimento paralelo ou anterior a ela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são uma 'igreja original contínua', mas uma expressão histórica da Reforma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24ABAE-1118-70D4-31FF-4F19C4A3C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82" y="41254"/>
            <a:ext cx="698516" cy="873146"/>
          </a:xfrm>
          <a:prstGeom prst="rect">
            <a:avLst/>
          </a:prstGeom>
        </p:spPr>
      </p:pic>
      <p:pic>
        <p:nvPicPr>
          <p:cNvPr id="1026" name="Picture 2" descr="Reforma Protestante: contexto histórico - SuaNVT Blog">
            <a:extLst>
              <a:ext uri="{FF2B5EF4-FFF2-40B4-BE49-F238E27FC236}">
                <a16:creationId xmlns:a16="http://schemas.microsoft.com/office/drawing/2014/main" id="{A8E4C7B4-C223-7DAD-71B9-4273CA5CE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3159442"/>
            <a:ext cx="243840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0E6729D-901B-20F6-09D2-E5E3E684B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2879" y="3217987"/>
            <a:ext cx="2896528" cy="133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his week in history: The Protestant Reformation's 500th birthday –  People's World">
            <a:extLst>
              <a:ext uri="{FF2B5EF4-FFF2-40B4-BE49-F238E27FC236}">
                <a16:creationId xmlns:a16="http://schemas.microsoft.com/office/drawing/2014/main" id="{E5691EB2-B2BF-74F2-64C2-C6B1A36B2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1341" y="2926080"/>
            <a:ext cx="2941317" cy="192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Primeiras Igrejas Batistas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64592" cy="393192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logo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955280" y="4480560"/>
            <a:ext cx="10058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43000"/>
            <a:ext cx="1188720" cy="100584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1430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1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1609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828800" y="1234440"/>
            <a:ext cx="6858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965960" y="11887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Smyth e Thomas Helwys fundam a primeira igreja batista em Amsterdã, na Holanda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2377440"/>
            <a:ext cx="1188720" cy="1005840"/>
          </a:xfrm>
          <a:prstGeom prst="rect">
            <a:avLst/>
          </a:prstGeom>
          <a:solidFill>
            <a:srgbClr val="3D4F8A"/>
          </a:solidFill>
          <a:ln w="12700">
            <a:solidFill>
              <a:srgbClr val="3D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237744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1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828800" y="2468880"/>
            <a:ext cx="6858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965960" y="242316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Helwys funda a primeira Igreja Batista em solo inglês — Londres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2920" y="3611880"/>
            <a:ext cx="1188720" cy="100584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361188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1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1638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1828800" y="3703320"/>
            <a:ext cx="6858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965960" y="365760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Roger Williams organiza a primeira Igreja Batista da América em Providence, Rhode Island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02920" y="4617720"/>
            <a:ext cx="8412480" cy="3657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008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o início: Liberdade Religiosa + Separação Igreja-Estado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9818F69-9AC5-DD30-98B9-7BBC3E884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82" y="41254"/>
            <a:ext cx="698516" cy="8731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Tradições Batistas — Século XVII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F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3931920" cy="50292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BATISTAS GERAIS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Soteriologia arminiana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Cristo morreu por todos os homens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Ênfase na liberdade da vontade humana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Ênfase na responsabilidade pessoal de responder ao Evangelho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46320" y="11430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F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1143000"/>
            <a:ext cx="3931920" cy="50292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3776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BATISTAS PARTICULARES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83480" y="178308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Soteriologia reformada (calvinista)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Cristo morreu pelos eleitos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Doutrina da eleição particular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Produziram a Confissão de Fé de Londres de 1689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E80781-F751-84CA-82ED-794DF7532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82" y="41254"/>
            <a:ext cx="698516" cy="8731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Expansão para o Brasil e o Mundo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64592" cy="393192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321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Século XVIII: o Grande Avivamento impulsionou enorme crescimento batista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Século XIX: expansão missionária global — William Carey, 'pai das missões modernas'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1859 — Primeiros missionários batistas chegam ao Brasil, vindos dos EUA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1881 — William e Anne Bagby e Zacarias Taylor chegam ao Brasil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1907 — Fundação da Convenção Batista Brasileira (CBB)</a:t>
            </a:r>
            <a:endParaRPr lang="en-US" sz="1600" dirty="0"/>
          </a:p>
        </p:txBody>
      </p:sp>
      <p:pic>
        <p:nvPicPr>
          <p:cNvPr id="6" name="Image 0" descr="/home/claude/logo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955280" y="4480560"/>
            <a:ext cx="10058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Distintivos Batistas</a:t>
            </a:r>
            <a:endParaRPr lang="en-US" sz="2800" dirty="0"/>
          </a:p>
        </p:txBody>
      </p:sp>
      <p:pic>
        <p:nvPicPr>
          <p:cNvPr id="4" name="Image 0" descr="/home/claude/logo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955280" y="4480560"/>
            <a:ext cx="10058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43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182880" cy="10515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Batismo de crentes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imersão — somente após confissão de fé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143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00600" y="1143000"/>
            <a:ext cx="182880" cy="10515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12064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Autonomia da Igreja local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2064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hierarquia externa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23774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4320" y="2377440"/>
            <a:ext cx="182880" cy="10515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 Scriptura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Bíblia como única autoridade para fé e prática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800600" y="23774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800600" y="2377440"/>
            <a:ext cx="182880" cy="10515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1206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Sacerdócio de todos os crentes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12064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direto a Deus por Cristo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36118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74320" y="3611880"/>
            <a:ext cx="182880" cy="10515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9436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Congregacionalidade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9436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pela assembleia da igreja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00600" y="36118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00600" y="3611880"/>
            <a:ext cx="182880" cy="10515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12064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Membresia regenerada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12064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composta apenas por crentes regenerados</a:t>
            </a: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D66DB98-6F36-DFFC-07F8-EA51B09F2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82" y="41254"/>
            <a:ext cx="698516" cy="8731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37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Fatos Marcantes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822960"/>
            <a:ext cx="457200" cy="73152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822960" cy="45720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8016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 Protestante — Martinho Lutero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1463040"/>
            <a:ext cx="0" cy="822960"/>
          </a:xfrm>
          <a:prstGeom prst="line">
            <a:avLst/>
          </a:prstGeom>
          <a:noFill/>
          <a:ln w="12700">
            <a:solidFill>
              <a:srgbClr val="D1B84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2286000"/>
            <a:ext cx="822960" cy="45720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2286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1609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Smyth adota o batismo de crentes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7240" y="2743200"/>
            <a:ext cx="0" cy="822960"/>
          </a:xfrm>
          <a:prstGeom prst="line">
            <a:avLst/>
          </a:prstGeom>
          <a:noFill/>
          <a:ln w="12700">
            <a:solidFill>
              <a:srgbClr val="D1B84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3566160"/>
            <a:ext cx="822960" cy="45720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3566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1638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80160" y="3566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Roger Williams organiza primeira Igreja Batista nos EUA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54880" y="1005840"/>
            <a:ext cx="822960" cy="45720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54880" y="1005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6928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Carey inicia o movimento missionário moderno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166360" y="1463040"/>
            <a:ext cx="0" cy="822960"/>
          </a:xfrm>
          <a:prstGeom prst="line">
            <a:avLst/>
          </a:prstGeom>
          <a:noFill/>
          <a:ln w="12700">
            <a:solidFill>
              <a:srgbClr val="D1B84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54880" y="2286000"/>
            <a:ext cx="822960" cy="45720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54880" y="2286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6928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Igreja Batista no Brasil, em Salvador (BA)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166360" y="2743200"/>
            <a:ext cx="0" cy="822960"/>
          </a:xfrm>
          <a:prstGeom prst="line">
            <a:avLst/>
          </a:prstGeom>
          <a:noFill/>
          <a:ln w="12700">
            <a:solidFill>
              <a:srgbClr val="D1B84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754880" y="3566160"/>
            <a:ext cx="822960" cy="45720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54880" y="3566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1907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69280" y="3566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da Convenção Batista Brasileira (CBB)</a:t>
            </a:r>
            <a:endParaRPr lang="en-US" sz="13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279F92C-C3C1-608C-CB2D-11DBD5F3E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506" y="4270354"/>
            <a:ext cx="698516" cy="8731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37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0912"/>
            <a:ext cx="9144000" cy="1371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9260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253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D1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História da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IBPV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0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1995 até hoje — a mão de Deus em Joinville</a:t>
            </a:r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3CA44C-8A6A-A4A9-CCFE-182D942D1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102" y="4110334"/>
            <a:ext cx="698516" cy="8731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Origens — 1995: O Chamado para Joinville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64592" cy="393192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logo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955280" y="4480560"/>
            <a:ext cx="10058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4300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Curitiba decide investir em missões em Santa Catarina — cidade escolhida: Blumenau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Casal missionário Pr. Anselmo e Alessandra passam por Joinville no retorno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Mirante do Morro do Boa Vista, o Espírito Santo confirma: Joinville, não Blumenau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de 1995 — primeira reunião com 5 pessoas, Rua dos Cravos, Guanabara</a:t>
            </a:r>
            <a:endParaRPr lang="en-US" sz="1400" dirty="0"/>
          </a:p>
        </p:txBody>
      </p:sp>
      <p:pic>
        <p:nvPicPr>
          <p:cNvPr id="7" name="Image 1" descr="/home/claude/pptx_media/image6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77840" y="1051560"/>
            <a:ext cx="3291840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32120" y="1005840"/>
            <a:ext cx="3383280" cy="3566160"/>
          </a:xfrm>
          <a:prstGeom prst="rect">
            <a:avLst/>
          </a:prstGeom>
          <a:ln w="254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02920" y="4617720"/>
            <a:ext cx="2011680" cy="3657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02920" y="4617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de 1995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4D5D02-256E-D7F9-D5F9-6E118C59E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82" y="41254"/>
            <a:ext cx="698516" cy="8731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Primeiros Anos e Crescimento (1995–1998)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64592" cy="393192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logo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955280" y="4480560"/>
            <a:ext cx="10058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4300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Setembro/1995 — 1ª mudança: Rua Graciosa, esquina Rua Dr. Arthur Costa (mais de 20 pessoas)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trabalho com surdos — Coral de Surdos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 — 2ª mudança: Rua Barbosa Rodrigues — chegada dos primeiros Atletas de Cristo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 — 3ª mudança: Rua Jurueba, Guanabara (endereço até hoje)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de dois lotes + construção de prédio pré-moldado</a:t>
            </a:r>
            <a:endParaRPr lang="en-US" sz="1400" dirty="0"/>
          </a:p>
        </p:txBody>
      </p:sp>
      <p:pic>
        <p:nvPicPr>
          <p:cNvPr id="7" name="Image 1" descr="/home/claude/pptx_media/image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77840" y="1051560"/>
            <a:ext cx="3291840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32120" y="1005840"/>
            <a:ext cx="3383280" cy="3566160"/>
          </a:xfrm>
          <a:prstGeom prst="rect">
            <a:avLst/>
          </a:prstGeom>
          <a:ln w="254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99C3E4-3F6F-7AE0-7A28-713820AEE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82" y="41254"/>
            <a:ext cx="698516" cy="8731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Formal — 12 de Junho de 1999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64592" cy="393192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logo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955280" y="4480560"/>
            <a:ext cx="10058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4300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oficial da Igreja Batista Pedras Vivas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Paschoal Piragini Júnior (PIB Curitiba) preside a cerimônia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Anselmo retorna à PIB Curitiba — missão cumprida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César Augusto Corsete toma posse como 1º pastor titular da IBPV</a:t>
            </a:r>
            <a:endParaRPr lang="en-US" sz="1500" dirty="0"/>
          </a:p>
        </p:txBody>
      </p:sp>
      <p:pic>
        <p:nvPicPr>
          <p:cNvPr id="7" name="Image 1" descr="/home/claude/pptx_media/image3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77840" y="1051560"/>
            <a:ext cx="3291840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32120" y="1005840"/>
            <a:ext cx="3383280" cy="3566160"/>
          </a:xfrm>
          <a:prstGeom prst="rect">
            <a:avLst/>
          </a:prstGeom>
          <a:ln w="254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02920" y="4617720"/>
            <a:ext cx="2377440" cy="3657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02920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 Junho de 1999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B183F6-90C8-E029-553F-EF3FDF022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82" y="41254"/>
            <a:ext cx="698516" cy="8731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Crescimento e Expansão (2000–2010)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64592" cy="393192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logo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955280" y="4480560"/>
            <a:ext cx="10058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4300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— Inauguração do prédio de Educação Religiosa (EBD e ministérios)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da IBPV no bairro Guanabara com ministérios geracionais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— Pr. José Carlos de Souza assume como pastor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02/07/2011 — Pr. Carlos Alexandre de Souza Murtha toma posse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— Pr. Rodrigo de Campos Viana, pastor de Jovens e auxiliar</a:t>
            </a:r>
            <a:endParaRPr lang="en-US" sz="1400" dirty="0"/>
          </a:p>
        </p:txBody>
      </p:sp>
      <p:pic>
        <p:nvPicPr>
          <p:cNvPr id="7" name="Image 1" descr="/home/claude/pptx_media/image11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77840" y="1051560"/>
            <a:ext cx="3291840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32120" y="1005840"/>
            <a:ext cx="3383280" cy="3566160"/>
          </a:xfrm>
          <a:prstGeom prst="rect">
            <a:avLst/>
          </a:prstGeom>
          <a:ln w="254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11CCEC-16B1-48F1-1B40-C0CEE9514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82" y="41254"/>
            <a:ext cx="698516" cy="8731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Compromisso com Missões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64592" cy="393192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logo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955280" y="4480560"/>
            <a:ext cx="10058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4300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César Corsette — missionário em Portugal desde 2011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Jorge Tejada e Dulceli — enviados a Cabo Verde e República Dominicana (2001–2010)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Maicow e Adriana Andrade — missionários na China (2011)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Juliano Sales (in memoriam 2012) — legado de amor pelos surdos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Maria (surdos), Pr. Caleb, Amir e família (iranianos refugiados no Brasil)</a:t>
            </a:r>
            <a:endParaRPr lang="en-US" sz="1400" dirty="0"/>
          </a:p>
        </p:txBody>
      </p:sp>
      <p:pic>
        <p:nvPicPr>
          <p:cNvPr id="7" name="Image 1" descr="/home/claude/pptx_media/image17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77840" y="1051560"/>
            <a:ext cx="3291840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32120" y="1005840"/>
            <a:ext cx="3383280" cy="3566160"/>
          </a:xfrm>
          <a:prstGeom prst="rect">
            <a:avLst/>
          </a:prstGeom>
          <a:ln w="254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33CA45-4DB3-FC06-F4AC-A32AA14EC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82" y="41254"/>
            <a:ext cx="698516" cy="8731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IBPV Hoje — Presença e Alcance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64592" cy="393192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logo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955280" y="4480560"/>
            <a:ext cx="10058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4300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Congregação central no bairro Guanabara, Rua Jurueba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expandido para o bairro Morro do Meio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24/11/2018 — Organização da Igreja Comunidade Batista Esperança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Jason Costa lidera a Esperança — projeto social atende mais de 125 crianças</a:t>
            </a:r>
            <a:endParaRPr lang="en-US" sz="1400" dirty="0"/>
          </a:p>
        </p:txBody>
      </p:sp>
      <p:pic>
        <p:nvPicPr>
          <p:cNvPr id="7" name="Image 1" descr="/home/claude/pptx_media/image1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77840" y="1051560"/>
            <a:ext cx="3291840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32120" y="1005840"/>
            <a:ext cx="3383280" cy="3566160"/>
          </a:xfrm>
          <a:prstGeom prst="rect">
            <a:avLst/>
          </a:prstGeom>
          <a:ln w="254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02920" y="4617720"/>
            <a:ext cx="2743200" cy="3657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0292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de Novembro de 2018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B845C5-B501-1D21-D2DD-5AC8588A9D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82" y="41254"/>
            <a:ext cx="698516" cy="8731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0912"/>
            <a:ext cx="9144000" cy="137160"/>
          </a:xfrm>
          <a:prstGeom prst="rect">
            <a:avLst/>
          </a:prstGeom>
          <a:solidFill>
            <a:srgbClr val="D1B84A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D1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IDENTIDADE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74420"/>
            <a:ext cx="8046720" cy="1920240"/>
          </a:xfrm>
          <a:prstGeom prst="rect">
            <a:avLst/>
          </a:prstGeom>
          <a:solidFill>
            <a:srgbClr val="2C3768"/>
          </a:solidFill>
          <a:ln w="12700">
            <a:solidFill>
              <a:srgbClr val="D1B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"Vós também, quais pedras vivas, sois edificados como casa espiritual para serdes sacerdócio santo, a fim de oferecerdes sacrifícios espirituais, aceitáveis a Deus por Jesus Cristo."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1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Pedro 2:5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pedras vivas — continuamente edificadas por Deus, servindo como sacerdócio que oferece sacrifícios espirituais. Em mais de 25 anos, a mão de Deus nos guiou, protegeu e capacitou para amar a Deus, amar as pessoas e fazer discípulos.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74421E-634B-A33B-FACC-7F67EE23A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742" y="3973174"/>
            <a:ext cx="698516" cy="8731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958</Words>
  <Application>Microsoft Office PowerPoint</Application>
  <PresentationFormat>On-screen Show (16:9)</PresentationFormat>
  <Paragraphs>136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 — Nossa História</dc:title>
  <dc:subject>PptxGenJS Presentation</dc:subject>
  <dc:creator>IBPV — Escola Bíblica Dinâmica</dc:creator>
  <cp:lastModifiedBy>Eder Figueiró</cp:lastModifiedBy>
  <cp:revision>3</cp:revision>
  <dcterms:created xsi:type="dcterms:W3CDTF">2026-02-28T14:15:31Z</dcterms:created>
  <dcterms:modified xsi:type="dcterms:W3CDTF">2026-02-28T19:50:04Z</dcterms:modified>
</cp:coreProperties>
</file>