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62" r:id="rId3"/>
    <p:sldId id="263" r:id="rId4"/>
    <p:sldId id="261" r:id="rId5"/>
    <p:sldId id="257" r:id="rId6"/>
    <p:sldId id="265" r:id="rId7"/>
    <p:sldId id="259" r:id="rId8"/>
    <p:sldId id="260" r:id="rId9"/>
    <p:sldId id="266" r:id="rId10"/>
    <p:sldId id="267" r:id="rId11"/>
    <p:sldId id="269" r:id="rId12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riângulo isósceles 6"/>
          <p:cNvSpPr/>
          <p:nvPr/>
        </p:nvSpPr>
        <p:spPr>
          <a:xfrm rot="16200000">
            <a:off x="7554353" y="5254283"/>
            <a:ext cx="1892949" cy="1294228"/>
          </a:xfrm>
          <a:prstGeom prst="triangle">
            <a:avLst>
              <a:gd name="adj" fmla="val 51323"/>
            </a:avLst>
          </a:prstGeom>
          <a:gradFill flip="none" rotWithShape="1">
            <a:gsLst>
              <a:gs pos="0">
                <a:schemeClr val="accent1">
                  <a:shade val="30000"/>
                  <a:satMod val="155000"/>
                  <a:alpha val="100000"/>
                </a:schemeClr>
              </a:gs>
              <a:gs pos="60000">
                <a:schemeClr val="accent1">
                  <a:satMod val="160000"/>
                  <a:alpha val="100000"/>
                </a:schemeClr>
              </a:gs>
              <a:gs pos="100000">
                <a:schemeClr val="accent1">
                  <a:tint val="70000"/>
                  <a:satMod val="200000"/>
                  <a:alpha val="100000"/>
                </a:schemeClr>
              </a:gs>
            </a:gsLst>
            <a:lin ang="155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540544" y="776288"/>
            <a:ext cx="8062912" cy="1470025"/>
          </a:xfrm>
        </p:spPr>
        <p:txBody>
          <a:bodyPr anchor="b">
            <a:normAutofit/>
          </a:bodyPr>
          <a:lstStyle>
            <a:lvl1pPr algn="r">
              <a:defRPr sz="440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540544" y="2250280"/>
            <a:ext cx="8062912" cy="1752600"/>
          </a:xfrm>
        </p:spPr>
        <p:txBody>
          <a:bodyPr/>
          <a:lstStyle>
            <a:lvl1pPr marL="0" marR="36576" indent="0" algn="r">
              <a:spcBef>
                <a:spcPts val="0"/>
              </a:spcBef>
              <a:buNone/>
              <a:defRPr>
                <a:ln>
                  <a:solidFill>
                    <a:schemeClr val="bg2"/>
                  </a:solidFill>
                </a:ln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 smtClean="0"/>
              <a:t>Clique para editar o estilo do subtítulo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>
          <a:xfrm>
            <a:off x="1371600" y="6012656"/>
            <a:ext cx="5791200" cy="365125"/>
          </a:xfrm>
        </p:spPr>
        <p:txBody>
          <a:bodyPr tIns="0" bIns="0" anchor="t"/>
          <a:lstStyle>
            <a:lvl1pPr algn="r">
              <a:defRPr sz="1000"/>
            </a:lvl1pPr>
          </a:lstStyle>
          <a:p>
            <a:fld id="{A37DACDD-068B-4EAD-A9EB-A904D5DE303E}" type="datetimeFigureOut">
              <a:rPr lang="pt-BR" smtClean="0"/>
              <a:pPr/>
              <a:t>21/02/2026</a:t>
            </a:fld>
            <a:endParaRPr lang="pt-BR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>
          <a:xfrm>
            <a:off x="1371600" y="5650704"/>
            <a:ext cx="5791200" cy="365125"/>
          </a:xfrm>
        </p:spPr>
        <p:txBody>
          <a:bodyPr tIns="0" bIns="0" anchor="b"/>
          <a:lstStyle>
            <a:lvl1pPr algn="r">
              <a:defRPr sz="1100"/>
            </a:lvl1pPr>
          </a:lstStyle>
          <a:p>
            <a:endParaRPr lang="pt-BR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>
          <a:xfrm>
            <a:off x="8392247" y="5752307"/>
            <a:ext cx="502920" cy="365125"/>
          </a:xfrm>
        </p:spPr>
        <p:txBody>
          <a:bodyPr anchor="ctr"/>
          <a:lstStyle>
            <a:lvl1pPr algn="ctr">
              <a:defRPr sz="1300">
                <a:solidFill>
                  <a:srgbClr val="FFFFFF"/>
                </a:solidFill>
              </a:defRPr>
            </a:lvl1pPr>
          </a:lstStyle>
          <a:p>
            <a:fld id="{6A554C6D-DFBB-4B80-B4A7-BE1FE1F2E42E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1399032"/>
          </a:xfrm>
        </p:spPr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882808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4791456" y="6480048"/>
            <a:ext cx="2133600" cy="301752"/>
          </a:xfrm>
        </p:spPr>
        <p:txBody>
          <a:bodyPr/>
          <a:lstStyle/>
          <a:p>
            <a:fld id="{A37DACDD-068B-4EAD-A9EB-A904D5DE303E}" type="datetimeFigureOut">
              <a:rPr lang="pt-BR" smtClean="0"/>
              <a:pPr/>
              <a:t>21/02/2026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0056" cy="300831"/>
          </a:xfr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54C6D-DFBB-4B80-B4A7-BE1FE1F2E42E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riângulo retângulo 8"/>
          <p:cNvSpPr/>
          <p:nvPr/>
        </p:nvSpPr>
        <p:spPr>
          <a:xfrm flipV="1">
            <a:off x="7034" y="7034"/>
            <a:ext cx="9129932" cy="6836899"/>
          </a:xfrm>
          <a:prstGeom prst="rtTriangle">
            <a:avLst/>
          </a:prstGeom>
          <a:gradFill flip="none" rotWithShape="1">
            <a:gsLst>
              <a:gs pos="0">
                <a:schemeClr val="tx2">
                  <a:alpha val="10000"/>
                </a:schemeClr>
              </a:gs>
              <a:gs pos="70000">
                <a:schemeClr val="tx2">
                  <a:alpha val="8000"/>
                </a:schemeClr>
              </a:gs>
              <a:gs pos="100000">
                <a:schemeClr val="tx2">
                  <a:alpha val="1000"/>
                </a:schemeClr>
              </a:gs>
            </a:gsLst>
            <a:lin ang="80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914400" rtl="0" eaLnBrk="1" latinLnBrk="0" hangingPunct="1"/>
            <a:endParaRPr kumimoji="0"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Triângulo isósceles 7"/>
          <p:cNvSpPr/>
          <p:nvPr/>
        </p:nvSpPr>
        <p:spPr>
          <a:xfrm rot="5400000" flipV="1">
            <a:off x="7554353" y="309490"/>
            <a:ext cx="1892949" cy="1294228"/>
          </a:xfrm>
          <a:prstGeom prst="triangle">
            <a:avLst>
              <a:gd name="adj" fmla="val 51323"/>
            </a:avLst>
          </a:prstGeom>
          <a:gradFill flip="none" rotWithShape="1">
            <a:gsLst>
              <a:gs pos="0">
                <a:schemeClr val="accent1">
                  <a:shade val="30000"/>
                  <a:satMod val="155000"/>
                  <a:alpha val="100000"/>
                </a:schemeClr>
              </a:gs>
              <a:gs pos="60000">
                <a:schemeClr val="accent1">
                  <a:satMod val="160000"/>
                  <a:alpha val="100000"/>
                </a:schemeClr>
              </a:gs>
              <a:gs pos="100000">
                <a:schemeClr val="accent1">
                  <a:tint val="70000"/>
                  <a:satMod val="200000"/>
                  <a:alpha val="100000"/>
                </a:schemeClr>
              </a:gs>
            </a:gsLst>
            <a:lin ang="155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6955632" y="6477000"/>
            <a:ext cx="2133600" cy="304800"/>
          </a:xfrm>
        </p:spPr>
        <p:txBody>
          <a:bodyPr/>
          <a:lstStyle/>
          <a:p>
            <a:fld id="{A37DACDD-068B-4EAD-A9EB-A904D5DE303E}" type="datetimeFigureOut">
              <a:rPr lang="pt-BR" smtClean="0"/>
              <a:pPr/>
              <a:t>21/02/2026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2619376" y="6480969"/>
            <a:ext cx="4260056" cy="300831"/>
          </a:xfr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451056" y="809624"/>
            <a:ext cx="502920" cy="300831"/>
          </a:xfrm>
        </p:spPr>
        <p:txBody>
          <a:bodyPr/>
          <a:lstStyle/>
          <a:p>
            <a:fld id="{6A554C6D-DFBB-4B80-B4A7-BE1FE1F2E42E}" type="slidenum">
              <a:rPr lang="pt-BR" smtClean="0"/>
              <a:pPr/>
              <a:t>‹nº›</a:t>
            </a:fld>
            <a:endParaRPr lang="pt-BR"/>
          </a:p>
        </p:txBody>
      </p:sp>
      <p:cxnSp>
        <p:nvCxnSpPr>
          <p:cNvPr id="11" name="Conector reto 10"/>
          <p:cNvCxnSpPr/>
          <p:nvPr/>
        </p:nvCxnSpPr>
        <p:spPr>
          <a:xfrm rot="10800000">
            <a:off x="6468794" y="9381"/>
            <a:ext cx="2672861" cy="1900210"/>
          </a:xfrm>
          <a:prstGeom prst="line">
            <a:avLst/>
          </a:prstGeom>
          <a:noFill/>
          <a:ln w="6000" cap="rnd" cmpd="sng" algn="ctr">
            <a:solidFill>
              <a:schemeClr val="bg2">
                <a:tint val="50000"/>
                <a:satMod val="200000"/>
                <a:alpha val="4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/>
          <p:nvPr/>
        </p:nvCxnSpPr>
        <p:spPr>
          <a:xfrm flipV="1">
            <a:off x="0" y="7034"/>
            <a:ext cx="9136966" cy="6843933"/>
          </a:xfrm>
          <a:prstGeom prst="line">
            <a:avLst/>
          </a:prstGeom>
          <a:noFill/>
          <a:ln w="5000" cap="rnd" cmpd="sng" algn="ctr">
            <a:solidFill>
              <a:schemeClr val="bg2">
                <a:tint val="55000"/>
                <a:satMod val="200000"/>
                <a:alpha val="3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81000" y="271464"/>
            <a:ext cx="7239000" cy="1362075"/>
          </a:xfrm>
        </p:spPr>
        <p:txBody>
          <a:bodyPr anchor="ctr"/>
          <a:lstStyle>
            <a:lvl1pPr marL="0" algn="l">
              <a:buNone/>
              <a:defRPr sz="3600" b="1" cap="none" baseline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81000" y="1633536"/>
            <a:ext cx="3886200" cy="2286000"/>
          </a:xfrm>
        </p:spPr>
        <p:txBody>
          <a:bodyPr anchor="t"/>
          <a:lstStyle>
            <a:lvl1pPr marL="54864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 algn="l">
              <a:defRPr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722437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722437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3600" cy="301752"/>
          </a:xfrm>
        </p:spPr>
        <p:txBody>
          <a:bodyPr/>
          <a:lstStyle/>
          <a:p>
            <a:fld id="{A37DACDD-068B-4EAD-A9EB-A904D5DE303E}" type="datetimeFigureOut">
              <a:rPr lang="pt-BR" smtClean="0"/>
              <a:pPr/>
              <a:t>21/02/2026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0056" cy="301752"/>
          </a:xfr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7589520" y="6480969"/>
            <a:ext cx="502920" cy="301752"/>
          </a:xfrm>
        </p:spPr>
        <p:txBody>
          <a:bodyPr/>
          <a:lstStyle/>
          <a:p>
            <a:fld id="{6A554C6D-DFBB-4B80-B4A7-BE1FE1F2E42E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48198" y="290732"/>
            <a:ext cx="1066800" cy="6153912"/>
          </a:xfrm>
        </p:spPr>
        <p:txBody>
          <a:bodyPr vert="vert270" anchor="b"/>
          <a:lstStyle>
            <a:lvl1pPr marL="0" algn="ctr">
              <a:defRPr sz="3300" b="1">
                <a:ln w="6350">
                  <a:solidFill>
                    <a:schemeClr val="tx1"/>
                  </a:solidFill>
                </a:ln>
                <a:solidFill>
                  <a:schemeClr val="tx1"/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365006" y="290732"/>
            <a:ext cx="581024" cy="301752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3"/>
          </p:nvPr>
        </p:nvSpPr>
        <p:spPr>
          <a:xfrm>
            <a:off x="1365006" y="3427124"/>
            <a:ext cx="581024" cy="301752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2"/>
          </p:nvPr>
        </p:nvSpPr>
        <p:spPr>
          <a:xfrm>
            <a:off x="2022230" y="290732"/>
            <a:ext cx="6858000" cy="301752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2022230" y="3427124"/>
            <a:ext cx="6858000" cy="301752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0552" cy="301752"/>
          </a:xfrm>
        </p:spPr>
        <p:txBody>
          <a:bodyPr/>
          <a:lstStyle/>
          <a:p>
            <a:fld id="{A37DACDD-068B-4EAD-A9EB-A904D5DE303E}" type="datetimeFigureOut">
              <a:rPr lang="pt-BR" smtClean="0"/>
              <a:pPr/>
              <a:t>21/02/2026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1104" cy="301752"/>
          </a:xfrm>
        </p:spPr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>
          <a:xfrm>
            <a:off x="7589520" y="6483096"/>
            <a:ext cx="502920" cy="301752"/>
          </a:xfrm>
        </p:spPr>
        <p:txBody>
          <a:bodyPr/>
          <a:lstStyle>
            <a:lvl1pPr algn="ctr">
              <a:defRPr/>
            </a:lvl1pPr>
          </a:lstStyle>
          <a:p>
            <a:fld id="{6A554C6D-DFBB-4B80-B4A7-BE1FE1F2E42E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DACDD-068B-4EAD-A9EB-A904D5DE303E}" type="datetimeFigureOut">
              <a:rPr lang="pt-BR" smtClean="0"/>
              <a:pPr/>
              <a:t>21/02/2026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54C6D-DFBB-4B80-B4A7-BE1FE1F2E42E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3600" cy="301752"/>
          </a:xfrm>
        </p:spPr>
        <p:txBody>
          <a:bodyPr/>
          <a:lstStyle/>
          <a:p>
            <a:fld id="{A37DACDD-068B-4EAD-A9EB-A904D5DE303E}" type="datetimeFigureOut">
              <a:rPr lang="pt-BR" smtClean="0"/>
              <a:pPr/>
              <a:t>21/02/2026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>
          <a:xfrm>
            <a:off x="457200" y="6481890"/>
            <a:ext cx="4260056" cy="300831"/>
          </a:xfr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7589520" y="6480969"/>
            <a:ext cx="502920" cy="301752"/>
          </a:xfrm>
        </p:spPr>
        <p:txBody>
          <a:bodyPr/>
          <a:lstStyle/>
          <a:p>
            <a:fld id="{6A554C6D-DFBB-4B80-B4A7-BE1FE1F2E42E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19456" y="367664"/>
            <a:ext cx="914400" cy="5943600"/>
          </a:xfrm>
        </p:spPr>
        <p:txBody>
          <a:bodyPr vert="vert270" anchor="b"/>
          <a:lstStyle>
            <a:lvl1pPr marL="0" marR="18288" algn="r">
              <a:spcBef>
                <a:spcPts val="0"/>
              </a:spcBef>
              <a:buNone/>
              <a:defRPr sz="2900" b="0" cap="all" baseline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1135856" y="367664"/>
            <a:ext cx="2438400" cy="5943600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1"/>
          </p:nvPr>
        </p:nvSpPr>
        <p:spPr>
          <a:xfrm>
            <a:off x="3651250" y="320040"/>
            <a:ext cx="5276088" cy="5989320"/>
          </a:xfrm>
        </p:spPr>
        <p:txBody>
          <a:bodyPr/>
          <a:lstStyle>
            <a:lvl1pPr>
              <a:spcBef>
                <a:spcPts val="0"/>
              </a:spcBef>
              <a:defRPr sz="30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6278976" y="6556248"/>
            <a:ext cx="2133600" cy="301752"/>
          </a:xfrm>
        </p:spPr>
        <p:txBody>
          <a:bodyPr/>
          <a:lstStyle>
            <a:lvl1pPr>
              <a:defRPr sz="900"/>
            </a:lvl1pPr>
          </a:lstStyle>
          <a:p>
            <a:fld id="{A37DACDD-068B-4EAD-A9EB-A904D5DE303E}" type="datetimeFigureOut">
              <a:rPr lang="pt-BR" smtClean="0"/>
              <a:pPr/>
              <a:t>21/02/2026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1135856" y="6556248"/>
            <a:ext cx="5143120" cy="301752"/>
          </a:xfrm>
        </p:spPr>
        <p:txBody>
          <a:bodyPr/>
          <a:lstStyle>
            <a:lvl1pPr>
              <a:defRPr sz="9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410576" y="6556248"/>
            <a:ext cx="502920" cy="301752"/>
          </a:xfrm>
        </p:spPr>
        <p:txBody>
          <a:bodyPr/>
          <a:lstStyle>
            <a:lvl1pPr>
              <a:defRPr sz="900"/>
            </a:lvl1pPr>
          </a:lstStyle>
          <a:p>
            <a:fld id="{6A554C6D-DFBB-4B80-B4A7-BE1FE1F2E42E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19456" y="150896"/>
            <a:ext cx="914400" cy="6400800"/>
          </a:xfrm>
        </p:spPr>
        <p:txBody>
          <a:bodyPr vert="vert270" anchor="b"/>
          <a:lstStyle>
            <a:lvl1pPr marL="0" algn="l">
              <a:buNone/>
              <a:defRPr sz="3000" b="0" cap="all" baseline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138237" y="373966"/>
            <a:ext cx="7333488" cy="5486400"/>
          </a:xfrm>
          <a:solidFill>
            <a:schemeClr val="bg2">
              <a:shade val="5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 smtClean="0"/>
              <a:t>Clique no ícone para adicionar uma imagem</a:t>
            </a:r>
            <a:endParaRPr kumimoji="0" lang="en-US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143000" y="5867400"/>
            <a:ext cx="7333488" cy="685800"/>
          </a:xfrm>
          <a:solidFill>
            <a:schemeClr val="accent1">
              <a:alpha val="15000"/>
            </a:schemeClr>
          </a:solidFill>
          <a:ln>
            <a:solidFill>
              <a:schemeClr val="accent1"/>
            </a:solidFill>
            <a:miter lim="800000"/>
          </a:ln>
        </p:spPr>
        <p:txBody>
          <a:bodyPr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6108192" y="6556248"/>
            <a:ext cx="2103120" cy="301752"/>
          </a:xfrm>
        </p:spPr>
        <p:txBody>
          <a:bodyPr/>
          <a:lstStyle>
            <a:lvl1pPr>
              <a:defRPr sz="900"/>
            </a:lvl1pPr>
          </a:lstStyle>
          <a:p>
            <a:fld id="{A37DACDD-068B-4EAD-A9EB-A904D5DE303E}" type="datetimeFigureOut">
              <a:rPr lang="pt-BR" smtClean="0"/>
              <a:pPr/>
              <a:t>21/02/2026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1170432" y="6557169"/>
            <a:ext cx="4948072" cy="301752"/>
          </a:xfrm>
        </p:spPr>
        <p:txBody>
          <a:bodyPr/>
          <a:lstStyle>
            <a:lvl1pPr>
              <a:defRPr sz="9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217192" y="6556248"/>
            <a:ext cx="365760" cy="301752"/>
          </a:xfrm>
        </p:spPr>
        <p:txBody>
          <a:bodyPr/>
          <a:lstStyle>
            <a:lvl1pPr algn="ctr">
              <a:defRPr sz="900"/>
            </a:lvl1pPr>
          </a:lstStyle>
          <a:p>
            <a:fld id="{6A554C6D-DFBB-4B80-B4A7-BE1FE1F2E42E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DACDD-068B-4EAD-A9EB-A904D5DE303E}" type="datetimeFigureOut">
              <a:rPr lang="pt-BR" smtClean="0"/>
              <a:pPr/>
              <a:t>21/02/2026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54C6D-DFBB-4B80-B4A7-BE1FE1F2E42E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781800" y="381000"/>
            <a:ext cx="1905000" cy="5486400"/>
          </a:xfrm>
        </p:spPr>
        <p:txBody>
          <a:bodyPr vert="eaVert"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381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DACDD-068B-4EAD-A9EB-A904D5DE303E}" type="datetimeFigureOut">
              <a:rPr lang="pt-BR" smtClean="0"/>
              <a:pPr/>
              <a:t>21/02/2026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54C6D-DFBB-4B80-B4A7-BE1FE1F2E42E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riângulo retângulo 10"/>
          <p:cNvSpPr/>
          <p:nvPr/>
        </p:nvSpPr>
        <p:spPr>
          <a:xfrm>
            <a:off x="7034" y="14068"/>
            <a:ext cx="9129932" cy="6836899"/>
          </a:xfrm>
          <a:prstGeom prst="rtTriangle">
            <a:avLst/>
          </a:prstGeom>
          <a:gradFill flip="none" rotWithShape="1">
            <a:gsLst>
              <a:gs pos="0">
                <a:schemeClr val="tx2">
                  <a:alpha val="10000"/>
                </a:schemeClr>
              </a:gs>
              <a:gs pos="70000">
                <a:schemeClr val="tx2">
                  <a:alpha val="8000"/>
                </a:schemeClr>
              </a:gs>
              <a:gs pos="100000">
                <a:schemeClr val="tx2">
                  <a:alpha val="1000"/>
                </a:schemeClr>
              </a:gs>
            </a:gsLst>
            <a:lin ang="80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8" name="Conector reto 7"/>
          <p:cNvCxnSpPr/>
          <p:nvPr/>
        </p:nvCxnSpPr>
        <p:spPr>
          <a:xfrm>
            <a:off x="0" y="7034"/>
            <a:ext cx="9136966" cy="6843933"/>
          </a:xfrm>
          <a:prstGeom prst="line">
            <a:avLst/>
          </a:prstGeom>
          <a:noFill/>
          <a:ln w="5000" cap="rnd" cmpd="sng" algn="ctr">
            <a:solidFill>
              <a:schemeClr val="bg2">
                <a:tint val="55000"/>
                <a:satMod val="200000"/>
                <a:alpha val="3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/>
          <p:nvPr/>
        </p:nvCxnSpPr>
        <p:spPr>
          <a:xfrm rot="10800000" flipV="1">
            <a:off x="6468794" y="4948410"/>
            <a:ext cx="2672861" cy="1900210"/>
          </a:xfrm>
          <a:prstGeom prst="line">
            <a:avLst/>
          </a:prstGeom>
          <a:noFill/>
          <a:ln w="6000" cap="rnd" cmpd="sng" algn="ctr">
            <a:solidFill>
              <a:schemeClr val="bg2">
                <a:tint val="50000"/>
                <a:satMod val="200000"/>
                <a:alpha val="4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1399032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457200" y="1882808"/>
            <a:ext cx="8229600" cy="4572000"/>
          </a:xfrm>
          <a:prstGeom prst="rect">
            <a:avLst/>
          </a:prstGeom>
        </p:spPr>
        <p:txBody>
          <a:bodyPr vert="horz" anchor="t">
            <a:normAutofit/>
          </a:bodyPr>
          <a:lstStyle/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  <a:p>
            <a:pPr lvl="1" eaLnBrk="1" latinLnBrk="0" hangingPunct="1"/>
            <a:r>
              <a:rPr kumimoji="0" lang="pt-BR" smtClean="0"/>
              <a:t>Segundo nível</a:t>
            </a:r>
          </a:p>
          <a:p>
            <a:pPr lvl="2" eaLnBrk="1" latinLnBrk="0" hangingPunct="1"/>
            <a:r>
              <a:rPr kumimoji="0" lang="pt-BR" smtClean="0"/>
              <a:t>Terceiro nível</a:t>
            </a:r>
          </a:p>
          <a:p>
            <a:pPr lvl="3" eaLnBrk="1" latinLnBrk="0" hangingPunct="1"/>
            <a:r>
              <a:rPr kumimoji="0" lang="pt-BR" smtClean="0"/>
              <a:t>Quarto nível</a:t>
            </a:r>
          </a:p>
          <a:p>
            <a:pPr lvl="4" eaLnBrk="1" latinLnBrk="0" hangingPunct="1"/>
            <a:r>
              <a:rPr kumimoji="0" lang="pt-BR" smtClean="0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4791456" y="6480969"/>
            <a:ext cx="2133600" cy="301752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 b="0">
                <a:solidFill>
                  <a:schemeClr val="tx1"/>
                </a:solidFill>
              </a:defRPr>
            </a:lvl1pPr>
          </a:lstStyle>
          <a:p>
            <a:fld id="{A37DACDD-068B-4EAD-A9EB-A904D5DE303E}" type="datetimeFigureOut">
              <a:rPr lang="pt-BR" smtClean="0"/>
              <a:pPr/>
              <a:t>21/02/2026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457200" y="6481890"/>
            <a:ext cx="4260056" cy="300831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</a:lstStyle>
          <a:p>
            <a:endParaRPr lang="pt-BR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7589520" y="6480969"/>
            <a:ext cx="502920" cy="301752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fld id="{6A554C6D-DFBB-4B80-B4A7-BE1FE1F2E42E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marL="484632" algn="l" rtl="0" eaLnBrk="1" latinLnBrk="0" hangingPunct="1">
        <a:spcBef>
          <a:spcPct val="0"/>
        </a:spcBef>
        <a:buNone/>
        <a:defRPr kumimoji="0" sz="4200" kern="1200">
          <a:ln w="6350">
            <a:solidFill>
              <a:schemeClr val="accent1">
                <a:shade val="43000"/>
              </a:schemeClr>
            </a:solidFill>
          </a:ln>
          <a:solidFill>
            <a:schemeClr val="accent1">
              <a:tint val="83000"/>
              <a:satMod val="150000"/>
            </a:schemeClr>
          </a:solidFill>
          <a:effectLst>
            <a:outerShdw blurRad="26000" dist="26000" dir="145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448056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85750" algn="l" rtl="0" eaLnBrk="1" latinLnBrk="0" hangingPunct="1">
        <a:spcBef>
          <a:spcPct val="20000"/>
        </a:spcBef>
        <a:buClr>
          <a:schemeClr val="accent1"/>
        </a:buClr>
        <a:buSzPct val="95000"/>
        <a:buFont typeface="Verdana"/>
        <a:buChar char="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06424" indent="-228600" algn="l" rtl="0" eaLnBrk="1" latinLnBrk="0" hangingPunct="1">
        <a:spcBef>
          <a:spcPct val="200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10312" algn="l" rtl="0" eaLnBrk="1" latinLnBrk="0" hangingPunct="1">
        <a:spcBef>
          <a:spcPct val="20000"/>
        </a:spcBef>
        <a:buClr>
          <a:schemeClr val="accent1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084832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146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A CONSTRUÇÃO DE UMA IDENTIDADE 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b="1" dirty="0" smtClean="0"/>
              <a:t>missão,visão, cultura e estrutura</a:t>
            </a:r>
            <a:endParaRPr lang="pt-BR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/>
              <a:t>MISSÃO DA IGREJA DE JESUS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endParaRPr lang="pt-BR" dirty="0" smtClean="0"/>
          </a:p>
          <a:p>
            <a:endParaRPr lang="pt-BR" dirty="0" smtClean="0"/>
          </a:p>
          <a:p>
            <a:r>
              <a:rPr lang="pt-BR" sz="3200" dirty="0" smtClean="0"/>
              <a:t>A Grande Comissão</a:t>
            </a:r>
          </a:p>
          <a:p>
            <a:pPr algn="r">
              <a:buNone/>
            </a:pPr>
            <a:r>
              <a:rPr lang="pt-BR" sz="2800" dirty="0" smtClean="0"/>
              <a:t>(</a:t>
            </a:r>
            <a:r>
              <a:rPr lang="pt-BR" sz="2800" dirty="0" err="1" smtClean="0"/>
              <a:t>Mt</a:t>
            </a:r>
            <a:r>
              <a:rPr lang="pt-BR" sz="2800" dirty="0" smtClean="0"/>
              <a:t> 28.18-20)</a:t>
            </a:r>
          </a:p>
          <a:p>
            <a:endParaRPr lang="pt-BR" sz="3200" dirty="0" smtClean="0"/>
          </a:p>
          <a:p>
            <a:r>
              <a:rPr lang="pt-BR" sz="3200" dirty="0" smtClean="0"/>
              <a:t>Os dois Grandes Mandamentos </a:t>
            </a:r>
          </a:p>
          <a:p>
            <a:pPr algn="r">
              <a:buNone/>
            </a:pPr>
            <a:r>
              <a:rPr lang="pt-BR" sz="2800" dirty="0" smtClean="0"/>
              <a:t>(</a:t>
            </a:r>
            <a:r>
              <a:rPr lang="pt-BR" sz="2800" dirty="0" err="1" smtClean="0"/>
              <a:t>Mt</a:t>
            </a:r>
            <a:r>
              <a:rPr lang="pt-BR" sz="2800" dirty="0" smtClean="0"/>
              <a:t> 22.37-39)</a:t>
            </a:r>
            <a:endParaRPr lang="pt-BR" sz="2800" dirty="0"/>
          </a:p>
        </p:txBody>
      </p:sp>
      <p:pic>
        <p:nvPicPr>
          <p:cNvPr id="6" name="Espaço Reservado para Conteúdo 5" descr="missao alvo.jpg"/>
          <p:cNvPicPr>
            <a:picLocks noGrp="1" noChangeAspect="1"/>
          </p:cNvPicPr>
          <p:nvPr>
            <p:ph sz="half" idx="2"/>
          </p:nvPr>
        </p:nvPicPr>
        <p:blipFill>
          <a:blip r:embed="rId2" cstate="print"/>
          <a:stretch>
            <a:fillRect/>
          </a:stretch>
        </p:blipFill>
        <p:spPr>
          <a:xfrm>
            <a:off x="4648200" y="1964665"/>
            <a:ext cx="4038600" cy="4041508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/>
              <a:t>MISSÃO</a:t>
            </a:r>
            <a:endParaRPr lang="pt-BR" dirty="0"/>
          </a:p>
        </p:txBody>
      </p:sp>
      <p:sp>
        <p:nvSpPr>
          <p:cNvPr id="5" name="Espaço Reservado para Conteúdo 4"/>
          <p:cNvSpPr>
            <a:spLocks noGrp="1"/>
          </p:cNvSpPr>
          <p:nvPr>
            <p:ph idx="1"/>
          </p:nvPr>
        </p:nvSpPr>
        <p:spPr>
          <a:xfrm>
            <a:off x="446856" y="1882808"/>
            <a:ext cx="8229600" cy="4572000"/>
          </a:xfrm>
        </p:spPr>
        <p:txBody>
          <a:bodyPr>
            <a:normAutofit/>
          </a:bodyPr>
          <a:lstStyle/>
          <a:p>
            <a:endParaRPr lang="pt-BR" sz="3200" dirty="0" smtClean="0"/>
          </a:p>
          <a:p>
            <a:r>
              <a:rPr lang="pt-BR" sz="3200" dirty="0" smtClean="0"/>
              <a:t>Razão pela qual existo.</a:t>
            </a:r>
          </a:p>
          <a:p>
            <a:r>
              <a:rPr lang="pt-BR" sz="3200" dirty="0" smtClean="0"/>
              <a:t>O que fazemos.</a:t>
            </a:r>
          </a:p>
          <a:p>
            <a:r>
              <a:rPr lang="pt-BR" sz="3200" dirty="0" smtClean="0"/>
              <a:t>Para quem fazemos.</a:t>
            </a:r>
          </a:p>
          <a:p>
            <a:r>
              <a:rPr lang="pt-BR" sz="3200" dirty="0" smtClean="0"/>
              <a:t>Tarefa, incumbência.</a:t>
            </a:r>
            <a:endParaRPr lang="pt-BR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/>
              <a:t>VISÃO DA IBPV</a:t>
            </a:r>
            <a:endParaRPr lang="pt-BR" b="1" dirty="0"/>
          </a:p>
        </p:txBody>
      </p:sp>
      <p:pic>
        <p:nvPicPr>
          <p:cNvPr id="4" name="Espaço Reservado para Conteúdo 3" descr="visão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467544" y="1772816"/>
            <a:ext cx="8280919" cy="4817588"/>
          </a:xfrm>
          <a:prstGeom prst="rect">
            <a:avLst/>
          </a:prstGeom>
          <a:ln w="38100" cap="sq">
            <a:solidFill>
              <a:schemeClr val="tx1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/>
              <a:t>VISÃO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Sonho daquilo que queremos ser.</a:t>
            </a:r>
          </a:p>
          <a:p>
            <a:r>
              <a:rPr lang="pt-BR" dirty="0" smtClean="0"/>
              <a:t>Imagem na mente e no coração daquilo que nós queremos construir.</a:t>
            </a:r>
          </a:p>
          <a:p>
            <a:r>
              <a:rPr lang="pt-BR" dirty="0" smtClean="0"/>
              <a:t>Objetivo de longo prazo.</a:t>
            </a:r>
          </a:p>
          <a:p>
            <a:r>
              <a:rPr lang="pt-BR" dirty="0" smtClean="0"/>
              <a:t>Futurista, idealista.</a:t>
            </a:r>
          </a:p>
          <a:p>
            <a:r>
              <a:rPr lang="pt-BR" dirty="0" smtClean="0"/>
              <a:t>Útil para o planejar e decidir sobre mudanças estruturais.</a:t>
            </a:r>
          </a:p>
          <a:p>
            <a:endParaRPr lang="pt-BR" dirty="0" smtClean="0"/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/>
              <a:t>CULTURA</a:t>
            </a:r>
            <a:endParaRPr lang="pt-BR" dirty="0"/>
          </a:p>
        </p:txBody>
      </p:sp>
      <p:sp>
        <p:nvSpPr>
          <p:cNvPr id="8" name="Espaço Reservado para Conteúdo 7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pt-BR" dirty="0" smtClean="0"/>
          </a:p>
          <a:p>
            <a:endParaRPr lang="pt-BR" dirty="0" smtClean="0"/>
          </a:p>
          <a:p>
            <a:r>
              <a:rPr lang="pt-BR" sz="3200" dirty="0" smtClean="0"/>
              <a:t>O modo como construímos a visão.</a:t>
            </a:r>
            <a:endParaRPr lang="pt-BR" sz="3200" dirty="0"/>
          </a:p>
        </p:txBody>
      </p:sp>
      <p:pic>
        <p:nvPicPr>
          <p:cNvPr id="10" name="Espaço Reservado para Conteúdo 9" descr="cultura organizacional.jpg"/>
          <p:cNvPicPr>
            <a:picLocks noGrp="1" noChangeAspect="1"/>
          </p:cNvPicPr>
          <p:nvPr>
            <p:ph sz="half" idx="2"/>
          </p:nvPr>
        </p:nvPicPr>
        <p:blipFill>
          <a:blip r:embed="rId2" cstate="print"/>
          <a:stretch>
            <a:fillRect/>
          </a:stretch>
        </p:blipFill>
        <p:spPr>
          <a:xfrm>
            <a:off x="4648200" y="2060848"/>
            <a:ext cx="4038600" cy="3888432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/>
              <a:t>CULTURA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Conjunto de hábitos, valores e comportamentos que nós semeamos e construímos para que possamos chegar à nossa visão.</a:t>
            </a:r>
          </a:p>
          <a:p>
            <a:r>
              <a:rPr lang="pt-BR" dirty="0" smtClean="0"/>
              <a:t>É o que nos permite criar um caminho que nos conduzirá àquilo que sonhamos.</a:t>
            </a:r>
          </a:p>
          <a:p>
            <a:r>
              <a:rPr lang="pt-BR" dirty="0" smtClean="0"/>
              <a:t>É intencional e ensinável.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/>
              <a:t>ESTRUTURA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pt-BR" dirty="0" smtClean="0"/>
              <a:t>São as ferramentas para a construção de uma cultura que nos levarão (ou não) à visão desejada.</a:t>
            </a:r>
          </a:p>
          <a:p>
            <a:r>
              <a:rPr lang="pt-BR" dirty="0" smtClean="0"/>
              <a:t>Ela é inútil sem a cultura.</a:t>
            </a:r>
          </a:p>
          <a:p>
            <a:r>
              <a:rPr lang="pt-BR" dirty="0" smtClean="0"/>
              <a:t>Ela deve facilitar o espalhar da cultura por toda a igreja.</a:t>
            </a:r>
          </a:p>
          <a:p>
            <a:endParaRPr lang="pt-BR" dirty="0" smtClean="0"/>
          </a:p>
          <a:p>
            <a:endParaRPr lang="pt-BR" dirty="0"/>
          </a:p>
        </p:txBody>
      </p:sp>
      <p:pic>
        <p:nvPicPr>
          <p:cNvPr id="5" name="Espaço Reservado para Conteúdo 4" descr="ferramentas-manuais-postjpg.jpg"/>
          <p:cNvPicPr>
            <a:picLocks noGrp="1" noChangeAspect="1"/>
          </p:cNvPicPr>
          <p:nvPr>
            <p:ph sz="half" idx="2"/>
          </p:nvPr>
        </p:nvPicPr>
        <p:blipFill>
          <a:blip r:embed="rId2" cstate="print"/>
          <a:stretch>
            <a:fillRect/>
          </a:stretch>
        </p:blipFill>
        <p:spPr>
          <a:xfrm>
            <a:off x="4648200" y="1722437"/>
            <a:ext cx="4038600" cy="4525963"/>
          </a:xfrm>
          <a:ln w="12700">
            <a:solidFill>
              <a:schemeClr val="bg1">
                <a:lumMod val="95000"/>
                <a:lumOff val="5000"/>
              </a:schemeClr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/>
              <a:t>Momento PGM</a:t>
            </a:r>
            <a:endParaRPr lang="pt-BR" b="1" dirty="0"/>
          </a:p>
        </p:txBody>
      </p:sp>
      <p:sp>
        <p:nvSpPr>
          <p:cNvPr id="5" name="Espaço Reservado para Conteúdo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 smtClean="0"/>
          </a:p>
          <a:p>
            <a:r>
              <a:rPr lang="pt-BR" sz="3200" dirty="0" smtClean="0"/>
              <a:t>O que na cultura do seu grupo / ministério precisa ser aperfeiçoado?</a:t>
            </a:r>
          </a:p>
          <a:p>
            <a:endParaRPr lang="pt-BR" sz="3200" dirty="0" smtClean="0"/>
          </a:p>
          <a:p>
            <a:r>
              <a:rPr lang="pt-BR" sz="3200" dirty="0" smtClean="0"/>
              <a:t>Como deseja ajudar nesse processo de transformação?</a:t>
            </a:r>
            <a:endParaRPr lang="pt-BR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idx="4294967295"/>
          </p:nvPr>
        </p:nvSpPr>
        <p:spPr>
          <a:xfrm>
            <a:off x="0" y="268288"/>
            <a:ext cx="8229600" cy="1398587"/>
          </a:xfrm>
        </p:spPr>
        <p:txBody>
          <a:bodyPr/>
          <a:lstStyle/>
          <a:p>
            <a:r>
              <a:rPr lang="pt-BR" b="1" dirty="0" smtClean="0"/>
              <a:t>CONCLUSÃO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4294967295"/>
          </p:nvPr>
        </p:nvSpPr>
        <p:spPr>
          <a:xfrm>
            <a:off x="0" y="1882775"/>
            <a:ext cx="8229600" cy="4572000"/>
          </a:xfrm>
        </p:spPr>
        <p:txBody>
          <a:bodyPr/>
          <a:lstStyle/>
          <a:p>
            <a:r>
              <a:rPr lang="pt-BR" dirty="0" smtClean="0"/>
              <a:t>Missão é inegociável!</a:t>
            </a:r>
          </a:p>
          <a:p>
            <a:r>
              <a:rPr lang="pt-BR" dirty="0" smtClean="0"/>
              <a:t>Visão deve ser reafirmada sempre.</a:t>
            </a:r>
          </a:p>
          <a:p>
            <a:r>
              <a:rPr lang="pt-BR" dirty="0" smtClean="0"/>
              <a:t>A vida da igreja está na cultura que ela constrói.</a:t>
            </a:r>
          </a:p>
          <a:p>
            <a:r>
              <a:rPr lang="pt-BR" dirty="0" smtClean="0"/>
              <a:t>Estrutura deve mudar sempre que não estiver à serviço da visão.</a:t>
            </a:r>
          </a:p>
          <a:p>
            <a:endParaRPr lang="pt-BR" dirty="0" smtClean="0"/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 descr="thank you.jpg"/>
          <p:cNvPicPr>
            <a:picLocks noGrp="1" noChangeAspect="1"/>
          </p:cNvPicPr>
          <p:nvPr>
            <p:ph idx="4294967295"/>
          </p:nvPr>
        </p:nvPicPr>
        <p:blipFill>
          <a:blip r:embed="rId2" cstate="print"/>
          <a:stretch>
            <a:fillRect/>
          </a:stretch>
        </p:blipFill>
        <p:spPr>
          <a:xfrm>
            <a:off x="0" y="-7178"/>
            <a:ext cx="9144000" cy="6846366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Verve">
  <a:themeElements>
    <a:clrScheme name="Verve">
      <a:dk1>
        <a:sysClr val="windowText" lastClr="000000"/>
      </a:dk1>
      <a:lt1>
        <a:sysClr val="window" lastClr="FFFFFF"/>
      </a:lt1>
      <a:dk2>
        <a:srgbClr val="666666"/>
      </a:dk2>
      <a:lt2>
        <a:srgbClr val="D2D2D2"/>
      </a:lt2>
      <a:accent1>
        <a:srgbClr val="FF388C"/>
      </a:accent1>
      <a:accent2>
        <a:srgbClr val="E40059"/>
      </a:accent2>
      <a:accent3>
        <a:srgbClr val="9C007F"/>
      </a:accent3>
      <a:accent4>
        <a:srgbClr val="68007F"/>
      </a:accent4>
      <a:accent5>
        <a:srgbClr val="005BD3"/>
      </a:accent5>
      <a:accent6>
        <a:srgbClr val="00349E"/>
      </a:accent6>
      <a:hlink>
        <a:srgbClr val="17BBFD"/>
      </a:hlink>
      <a:folHlink>
        <a:srgbClr val="FF79C2"/>
      </a:folHlink>
    </a:clrScheme>
    <a:fontScheme name="Ver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Verve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8000"/>
                <a:satMod val="230000"/>
              </a:schemeClr>
            </a:gs>
            <a:gs pos="60000">
              <a:schemeClr val="phClr">
                <a:shade val="92000"/>
                <a:satMod val="230000"/>
              </a:schemeClr>
            </a:gs>
            <a:gs pos="100000">
              <a:schemeClr val="phClr">
                <a:tint val="85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1200"/>
                <a:satMod val="150000"/>
              </a:schemeClr>
              <a:schemeClr val="phClr">
                <a:tint val="90000"/>
                <a:satMod val="150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Verve</Template>
  <TotalTime>821</TotalTime>
  <Words>235</Words>
  <Application>Microsoft Office PowerPoint</Application>
  <PresentationFormat>Apresentação na tela (4:3)</PresentationFormat>
  <Paragraphs>45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5" baseType="lpstr">
      <vt:lpstr>Century Gothic</vt:lpstr>
      <vt:lpstr>Verdana</vt:lpstr>
      <vt:lpstr>Wingdings 2</vt:lpstr>
      <vt:lpstr>Verve</vt:lpstr>
      <vt:lpstr>A CONSTRUÇÃO DE UMA IDENTIDADE </vt:lpstr>
      <vt:lpstr>MISSÃO DA IGREJA DE JESUS</vt:lpstr>
      <vt:lpstr>MISSÃO</vt:lpstr>
      <vt:lpstr>VISÃO DA IBPV</vt:lpstr>
      <vt:lpstr>VISÃO</vt:lpstr>
      <vt:lpstr>CULTURA</vt:lpstr>
      <vt:lpstr>CULTURA</vt:lpstr>
      <vt:lpstr>ESTRUTURA</vt:lpstr>
      <vt:lpstr>Momento PGM</vt:lpstr>
      <vt:lpstr>CONCLUSÃO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CONSTRUÇÃO DE UMA IDENTIDADE</dc:title>
  <dc:creator>Usuario</dc:creator>
  <cp:lastModifiedBy>User</cp:lastModifiedBy>
  <cp:revision>7</cp:revision>
  <dcterms:created xsi:type="dcterms:W3CDTF">2019-02-16T00:42:01Z</dcterms:created>
  <dcterms:modified xsi:type="dcterms:W3CDTF">2026-02-21T15:47:40Z</dcterms:modified>
</cp:coreProperties>
</file>